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F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0" y="54864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🌍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9A8A"/>
                </a:solidFill>
              </a:rPr>
              <a:t>GaiaVolt verifies a real eco-action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33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87A"/>
                </a:solidFill>
              </a:rPr>
              <a:t>in 10 seconds — sealed on blockchain.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3337560"/>
            <a:ext cx="2743200" cy="0"/>
          </a:xfrm>
          <a:prstGeom prst="line">
            <a:avLst/>
          </a:prstGeom>
          <a:noFill/>
          <a:ln w="12700">
            <a:solidFill>
              <a:srgbClr val="00E8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4747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GAIAVOLT  ·  Proof of Planet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913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A8A"/>
                </a:solidFill>
              </a:rPr>
              <a:t>UN AI for Good  ·  Climate Innovation Factory 2026  ·  6 October 2026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251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433"/>
                </a:solidFill>
              </a:rPr>
              <a:t>Sadaf Mashori  ·  Founder &amp; CEO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F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87A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 company needs to prove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200 suppliers are actually green.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9A8A"/>
                </a:solidFill>
              </a:rPr>
              <a:t>Today that costs $50,000 and takes 3 months.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A9A8A"/>
                </a:solidFill>
              </a:rPr>
              <a:t>Most of it is self-reported — and impossible to verify.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8046720" cy="1051560"/>
          </a:xfrm>
          <a:prstGeom prst="rect">
            <a:avLst/>
          </a:prstGeom>
          <a:solidFill>
            <a:srgbClr val="0C1F15"/>
          </a:solidFill>
          <a:ln w="12700">
            <a:solidFill>
              <a:srgbClr val="00331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EU CSRD now requires verified supplier sustainability data.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Companies are legally exposed — today.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F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87A"/>
                </a:solidFill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4389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One photo.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AI verifies it.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Blockchain seals it.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ESG proof — done.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394960" y="804672"/>
            <a:ext cx="3383280" cy="868680"/>
          </a:xfrm>
          <a:prstGeom prst="rect">
            <a:avLst/>
          </a:prstGeom>
          <a:solidFill>
            <a:srgbClr val="0C1F15"/>
          </a:solidFill>
          <a:ln w="12700">
            <a:solidFill>
              <a:srgbClr val="0033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532120" y="9144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📸  Photo taken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real GPS + camera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94960" y="1856232"/>
            <a:ext cx="3383280" cy="868680"/>
          </a:xfrm>
          <a:prstGeom prst="rect">
            <a:avLst/>
          </a:prstGeom>
          <a:solidFill>
            <a:srgbClr val="0C1F15"/>
          </a:solidFill>
          <a:ln w="12700">
            <a:solidFill>
              <a:srgbClr val="00331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532120" y="19659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🧠  AI checks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4-layer fraud detection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94960" y="2907792"/>
            <a:ext cx="3383280" cy="868680"/>
          </a:xfrm>
          <a:prstGeom prst="rect">
            <a:avLst/>
          </a:prstGeom>
          <a:solidFill>
            <a:srgbClr val="0C1F15"/>
          </a:solidFill>
          <a:ln w="12700">
            <a:solidFill>
              <a:srgbClr val="0033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32120" y="30175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⛓️  Sealed on blockchain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tamper-proof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94960" y="3959352"/>
            <a:ext cx="3383280" cy="868680"/>
          </a:xfrm>
          <a:prstGeom prst="rect">
            <a:avLst/>
          </a:prstGeom>
          <a:solidFill>
            <a:srgbClr val="0C1F15"/>
          </a:solidFill>
          <a:ln w="12700">
            <a:solidFill>
              <a:srgbClr val="00331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32120" y="40690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📊  ESG data ready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for audit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F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87A"/>
                </a:solidFill>
              </a:rPr>
              <a:t>WHERE WE ARE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931920" cy="4023360"/>
          </a:xfrm>
          <a:prstGeom prst="rect">
            <a:avLst/>
          </a:prstGeom>
          <a:solidFill>
            <a:srgbClr val="0C1F15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9144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87A"/>
                </a:solidFill>
              </a:rPr>
              <a:t>✅  Done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898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· Live MVP — gaia-volt.vercel.app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470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· 95.83% AI accuracy (6 eco-categories)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042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· 4-layer fraud detection, all tested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614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· 5/5 attack simulations detected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186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· Blockchain contracts on testnet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758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· Selected — UN AI for Good 2026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1330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· Shortlisted — Startup World Cup Lahore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777240"/>
            <a:ext cx="3931920" cy="4023360"/>
          </a:xfrm>
          <a:prstGeom prst="rect">
            <a:avLst/>
          </a:prstGeom>
          <a:solidFill>
            <a:srgbClr val="0C1F15"/>
          </a:solidFill>
          <a:ln w="12700">
            <a:solidFill>
              <a:srgbClr val="00331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9144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9A8A"/>
                </a:solidFill>
              </a:rPr>
              <a:t>⏳  Still ahead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13898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A8A"/>
                </a:solidFill>
              </a:rPr>
              <a:t>· Smart contract security audit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195681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A8A"/>
                </a:solidFill>
              </a:rPr>
              <a:t>· Mainnet launch on Polygon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252374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A8A"/>
                </a:solidFill>
              </a:rPr>
              <a:t>· First paying B2B customers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0906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A8A"/>
                </a:solidFill>
              </a:rPr>
              <a:t>· Market validation with real buyers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3657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A8A"/>
                </a:solidFill>
              </a:rPr>
              <a:t>· $0 revenue today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F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87A"/>
                </a:solidFill>
              </a:rPr>
              <a:t>BUSINESS MODEL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E87A"/>
                </a:solidFill>
              </a:rPr>
              <a:t>$500 / year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55648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A8A"/>
                </a:solidFill>
              </a:rPr>
              <a:t>per company — B2B API subscription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A9A8A"/>
                </a:solidFill>
              </a:rPr>
              <a:t>for verified supplier ESG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4114800" cy="2331720"/>
          </a:xfrm>
          <a:prstGeom prst="rect">
            <a:avLst/>
          </a:prstGeom>
          <a:solidFill>
            <a:srgbClr val="0C1F15"/>
          </a:solidFill>
          <a:ln w="12700">
            <a:solidFill>
              <a:srgbClr val="00331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6334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87A"/>
                </a:solidFill>
              </a:rPr>
              <a:t>How it adds up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358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· 1 founder → 1 new client / month (2027)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3832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· 12 clients × $500 = $6,000 ARR by end 2027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7307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· 2028: hire 1 salesperson → 3 clients/month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0782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· 36 clients × $500 = $18,000 new ARR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4256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· ~80% gross margin — software only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749808"/>
            <a:ext cx="4023360" cy="4096512"/>
          </a:xfrm>
          <a:prstGeom prst="rect">
            <a:avLst/>
          </a:prstGeom>
          <a:solidFill>
            <a:srgbClr val="003318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868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87A"/>
                </a:solidFill>
              </a:rPr>
              <a:t>In 10 years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129844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GaiaVolt is the trust layer for every verified climate action on Earth.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37760" y="2212848"/>
            <a:ext cx="3474720" cy="0"/>
          </a:xfrm>
          <a:prstGeom prst="line">
            <a:avLst/>
          </a:prstGeom>
          <a:noFill/>
          <a:ln w="6350">
            <a:solidFill>
              <a:srgbClr val="00E8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23774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87A"/>
                </a:solidFill>
              </a:rPr>
              <a:t>What SSL is to security —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E87A"/>
                </a:solidFill>
              </a:rPr>
              <a:t>GaiaVolt is to carbon proof.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2918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Not an app.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Infrastructure.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4069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A8A"/>
                </a:solidFill>
              </a:rPr>
              <a:t>QuantumLock 2050: a smart contract locked until Jan 1, 2050. Biggest CO₂ saver on Earth wins it.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F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87A"/>
                </a:solidFill>
              </a:rPr>
              <a:t>THE FOUNDER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12th grade.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Built this alone.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35 days.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A8A"/>
                </a:solidFill>
              </a:rPr>
              <a:t>Sadaf Mashori  ·  Hyderabad, Pakistan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127248"/>
            <a:ext cx="3840480" cy="0"/>
          </a:xfrm>
          <a:prstGeom prst="line">
            <a:avLst/>
          </a:prstGeom>
          <a:noFill/>
          <a:ln w="12700">
            <a:solidFill>
              <a:srgbClr val="00331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2735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A8A"/>
                </a:solidFill>
              </a:rPr>
              <a:t>· AI (TensorFlow, EfficientNetB0)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57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A8A"/>
                </a:solidFill>
              </a:rPr>
              <a:t>· Blockchain (Solidity, Polygon)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416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A8A"/>
                </a:solidFill>
              </a:rPr>
              <a:t>· Zero-Knowledge proofs (Circom)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2569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A8A"/>
                </a:solidFill>
              </a:rPr>
              <a:t>· Full-stack (Next.js, Flask, Docker)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777240"/>
            <a:ext cx="3749040" cy="4023360"/>
          </a:xfrm>
          <a:prstGeom prst="rect">
            <a:avLst/>
          </a:prstGeom>
          <a:solidFill>
            <a:srgbClr val="0C1F15"/>
          </a:solidFill>
          <a:ln w="12700">
            <a:solidFill>
              <a:srgbClr val="00331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109728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"I am not building an app.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I am building the infrastructure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the planet was missing."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12080" y="3794760"/>
            <a:ext cx="3200400" cy="0"/>
          </a:xfrm>
          <a:prstGeom prst="line">
            <a:avLst/>
          </a:prstGeom>
          <a:noFill/>
          <a:ln w="12700">
            <a:solidFill>
              <a:srgbClr val="00331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39136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87A"/>
                </a:solidFill>
              </a:rPr>
              <a:t>Sadaf Mashori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F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87A"/>
                </a:solidFill>
              </a:rPr>
              <a:t>THE ASK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One ask.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1645920"/>
          </a:xfrm>
          <a:prstGeom prst="rect">
            <a:avLst/>
          </a:prstGeom>
          <a:solidFill>
            <a:srgbClr val="003318"/>
          </a:solidFill>
          <a:ln w="25400">
            <a:solidFill>
              <a:srgbClr val="00E8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64208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87A"/>
                </a:solidFill>
              </a:rPr>
              <a:t>Connect us with 3 organizations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0E87A"/>
                </a:solidFill>
              </a:rPr>
              <a:t>that need verified ESG data today.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375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A8A"/>
                </a:solidFill>
              </a:rPr>
              <a:t>We have a working product. We need real buyers — not more features.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490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A8A"/>
                </a:solidFill>
              </a:rPr>
              <a:t>3 pilots → market validation → pre-seed funding conversations.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245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433"/>
                </a:solidFill>
              </a:rPr>
              <a:t>gaia-volt.vercel.app  ·  sadafmashorihyd@gmail.com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F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0" y="45720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🌍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9A8A"/>
                </a:solidFill>
              </a:rPr>
              <a:t>The planet doesn't need promises.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88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E87A"/>
                </a:solidFill>
              </a:rPr>
              <a:t>It needs receipts.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0" y="3566160"/>
            <a:ext cx="3657600" cy="0"/>
          </a:xfrm>
          <a:prstGeom prst="line">
            <a:avLst/>
          </a:prstGeom>
          <a:noFill/>
          <a:ln w="12700">
            <a:solidFill>
              <a:srgbClr val="00E8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GaiaVolt  ·  Proof of Planet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2026-09-24T02:50:16Z</dcterms:created>
  <dcterms:modified xsi:type="dcterms:W3CDTF">2026-09-24T02:50:16Z</dcterms:modified>
</cp:coreProperties>
</file>